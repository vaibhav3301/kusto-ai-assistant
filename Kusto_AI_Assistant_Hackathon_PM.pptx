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Kusto 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0BCF2"/>
                </a:solidFill>
              </a:defRPr>
            </a:pPr>
            <a:r>
              <a:t>Ask questions about your data in plain English.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</a:defRPr>
            </a:pPr>
            <a:r>
              <a:t>No KQL. No coding. Just 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"How many backup customers do we have this week?"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07C10"/>
                </a:solidFill>
              </a:defRPr>
            </a:pPr>
            <a:r>
              <a:t>"3,187 subscriptions across 58 regions. Top: Canada Central (847)..."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</a:defRPr>
            </a:pPr>
            <a:r>
              <a:t>PM Hackathon  |  April 2026  |  Vaibhav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PMs need data to make decisions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   but querying Kusto requires writing KQL code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Simple questions take 15-30 minutes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   "How many customers?" requires knowing table names, JSON parsing, query syntax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New PMs face weeks of ramp-up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   just to learn how to query their team's telemetry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PMs depend on engineers for data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   creating bottlenecks and delays in decision-making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No easy way to share query knowledge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   each PM rediscovers the same table structures and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</a:defRPr>
            </a:pPr>
            <a:r>
              <a:t>Before: Manual KQL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1. Open Azure Data Explorer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2. Remember which table has your data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3. Figure out the JSON structure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4. Write a KQL query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5. Debug errors, iterate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6. Copy results to email/Excel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Time: 15-30 minutes per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7C10"/>
                </a:solidFill>
              </a:defRPr>
            </a:pPr>
            <a:r>
              <a:t>After: Just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1. Type: "How many ADLS backup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   customers do we have?"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2. Get your answer in 30 seconds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   "100 subscriptions, 289 vaults,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    83% success rate..."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Time: 30 seconds per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CF2"/>
                </a:solidFill>
              </a:defRPr>
            </a:pPr>
            <a:r>
              <a:t>The AI handles all the KQL. You just ask the question.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</a:defRPr>
            </a:pPr>
            <a:r>
              <a:t>It's like having a data analyst inside VS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743200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You ask a question</a:t>
            </a:r>
            <a:br/>
            <a:r>
              <a:t>in Copilot Chat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2011680"/>
            <a:ext cx="2743200" cy="91440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 writes &amp; runs</a:t>
            </a:r>
            <a:br/>
            <a:r>
              <a:t>the Kusto query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2011680"/>
            <a:ext cx="2743200" cy="9144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You get the answer</a:t>
            </a:r>
            <a:br/>
            <a:r>
              <a:t>in plain English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2331720"/>
            <a:ext cx="457200" cy="36576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2331720"/>
            <a:ext cx="457200" cy="36576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What happens under the hood: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6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1. You type your question in VS Code's Copilot Chat (in Agent Mode)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2. Copilot reads the Skill context to understand your team's data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3. Copilot discovers table schemas and generates a KQL query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4. The MCP server runs the query against your Kusto cluster using your credentials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5. Results come back and Copilot summarizes them in English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All you see is step 1 and the final answer. Everything else is automatic.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Skills: Teach the AI About Your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</a:defRPr>
            </a:pPr>
            <a:r>
              <a:t>Skills are knowledge packs that make the assistant smarter about your specific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CF2"/>
                </a:solidFill>
              </a:defRPr>
            </a:pPr>
            <a:r>
              <a:t>What's in a Skill?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context.md - Describes your tables, columns,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  and how to query them (the AI reads this)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sample-questions.md - Example questions your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  team can ask (helps new PMs get started)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No code needed. Just markdown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CF2"/>
                </a:solidFill>
              </a:defRPr>
            </a:pPr>
            <a:r>
              <a:t>Available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Azure Backup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  Jobs, customers, failure rates, regions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Azure Storage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  Capacity, transactions, security, critical customers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Your Team (create your own!)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  Copy the _template folder and fill it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Creating a skill for your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778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1. Copy skills/_template/ folder  -&gt;  2. Describe your tables and columns  -&gt;  3. Add sample questions  -&gt;  4. Share with your team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That's it. Each skill takes ~30 minutes to create and saves every PM on your team hours every week.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Real Example: ADLS Backup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F2"/>
                </a:solidFill>
              </a:defRPr>
            </a:pPr>
            <a:r>
              <a:t>PM asks: "Find active ADLS backup customers from the last 5 days"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What the AI does (you don't see this):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1. Reads Azure Backup skill context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2. Learns that ADLS data is in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 AddonAzureBackupJobsDPP table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3. Discovers data is in JSON properties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4. Generates KQL with parse_json()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5. Filters for DatasourceType =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 "...adlsBlobServices"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6. Runs the query via MCP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What you see: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Summary: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100 unique subscriptions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289 backup vaults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2,666 total backup jobs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83% success rate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Across 48 Azure regions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Top customers by job count: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documine-prod (140 jobs)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prom-cust-ermclglobal (108 jobs)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7C10"/>
                </a:solidFill>
              </a:defRPr>
            </a:pPr>
            <a:r>
              <a:t>Total time: ~30 seconds. No KQL written. No table schemas memorized.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Setup: 5 Minutes, One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Step 1:  Download the project from GitHub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         (click 'Download ZIP' - no Git needed)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Step 2:  Run  python setup.py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         (installs everything + opens browser for sign-in)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Step 3:  Add your Kusto cluster URL to config/config.json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         (ask your eng team if you don't know it)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Step 4:  Open VS Code  &gt;  Ctrl+Shift+P  &gt;  'MCP: Open User Configuration'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         (paste the config from the README - just update the folder path)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Step 5:  Load a skill  &gt;  Ctrl+Shift+P  &gt;  'Copilot: Configure Custom Instructions'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         (point it to skills/your-team/context.md)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Step 6:  Open Copilot Chat  &gt;  Enable Agent Mode  &gt;  Start asking!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You Can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F2"/>
                </a:solidFill>
              </a:defRPr>
            </a:pPr>
            <a:r>
              <a:t>Customer &amp;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"How many customers are using backup?"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"Show me growth trend this month"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"Which regions have the most users?"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"Break down by workload type"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F2"/>
                </a:solidFill>
              </a:defRPr>
            </a:pPr>
            <a:r>
              <a:t>Health &amp; Reliability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"What's the failure rate this week?"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"Which vaults have the most errors?"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"Show me daily success rate trend"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"Any subscriptions above 50% failure?"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F2"/>
                </a:solidFill>
              </a:defRPr>
            </a:pPr>
            <a:r>
              <a:t>Trends &amp;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"Compare this week vs last week"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"What day has the most activity?"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"Show me hourly patterns"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"How is adoption changing?"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F2"/>
                </a:solidFill>
              </a:defRPr>
            </a:pPr>
            <a:r>
              <a:t>Investigation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"Find all failures for subscription X"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"What went wrong in UAE North today?"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"Show me the largest accounts"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"Who started using this feature recently?"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</a:defRPr>
            </a:pPr>
            <a:r>
              <a:t>Tip: You can ask follow-up questions to drill deeper into any result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2743200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30x Faster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508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30 seconds vs 15-30 minutes per data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377440"/>
            <a:ext cx="2743200" cy="73152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Zero Learning Curve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514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No KQL, no table schemas, no JSON parsing to learn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383280"/>
            <a:ext cx="2743200" cy="73152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Self-Serve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520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PMs get answers without waiting for engineers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389120"/>
            <a:ext cx="2743200" cy="731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Shared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526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Skills capture tribal knowledge and help new PMs ramp up instantly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394960"/>
            <a:ext cx="2743200" cy="73152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Works Everywhere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5532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Any Kusto cluster, any team, any schema - just add a config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How to Create a Skill for Your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</a:defRPr>
            </a:pPr>
            <a:r>
              <a:t>No coding required. Just write 2 markdown 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F2"/>
                </a:solidFill>
              </a:defRPr>
            </a:pPr>
            <a:r>
              <a:t>Step 1: Copy the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Copy skills/_template/ folder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Rename to skills/your-team-name/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F2"/>
                </a:solidFill>
              </a:defRPr>
            </a:pPr>
            <a:r>
              <a:t>Step 2: Describe your data (context.md)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List your Kusto cluster URL and database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List the tables you query most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Describe what each column means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Note any gotchas (JSON columns, time delays)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F2"/>
                </a:solidFill>
              </a:defRPr>
            </a:pPr>
            <a:r>
              <a:t>Step 3: Add sample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Write 10-15 questions your team asks often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Organize by category (usage, health, etc.)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F2"/>
                </a:solidFill>
              </a:defRPr>
            </a:pPr>
            <a:r>
              <a:t>Step 4: Share with your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749039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Commit to the repo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Or just share the folder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Each PM loads it as a custom instruction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Everyone benefits from your knowledge!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7C10"/>
                </a:solidFill>
              </a:defRPr>
            </a:pPr>
            <a:r>
              <a:t>Time to create a skill: ~30 minutes</a:t>
            </a:r>
            <a:br/>
            <a:r>
              <a:t>Time saved per PM per week: hours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Get Started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BCF2"/>
                </a:solidFill>
              </a:defRPr>
            </a:pPr>
            <a:r>
              <a:t>github.com/vaibhav3301/kusto-ai-assistant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4747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1. Download the repo (5 min setup)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2. Add your Kusto cluster URL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3. Load a skill (or create one for your team)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4. Start asking questions in VS Code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</a:defRPr>
            </a:pPr>
            <a:r>
              <a:t>Every PM can go from question to answer in 30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</a:defRPr>
            </a:pPr>
            <a:r>
              <a:t>Vaibhav Singh  |  vasin@microsoft.com  |  Azure Core IDC - BCDR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