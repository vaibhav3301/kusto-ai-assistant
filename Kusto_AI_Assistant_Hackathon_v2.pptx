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Kusto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CF2"/>
                </a:solidFill>
              </a:defRPr>
            </a:pPr>
            <a:r>
              <a:t>Talk to your telemetry. Ask questions in plain English.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Natural Language  -&gt;  KQL  -&gt; 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Microsoft PM Hackathon | April 2026 | Vaibhav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PMs need data-driven decisions but lack KQL expertise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Writing Kusto queries requires knowledge of table schemas, JSON parsing, and KQL syntax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Simple questions like 'How many customers?' take 15-30 min of query crafting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PMs depend on engineers for telemetry queries, creating bottlenecks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New PMs face weeks of ramp-up just to query their team's data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No standardized way to share query knowledge across PM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Solution: Kusto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</a:defRPr>
            </a:pPr>
            <a:r>
              <a:t>Before (manual KQL)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1. Open Azure Data Explorer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2. Remember table name &amp; schema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3. Write KQL with parse_json()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4. Debug syntax errors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5. Iterate to get right filters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6. Copy results to Excel/email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~ 15-30 minutes per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7C10"/>
                </a:solidFill>
              </a:defRPr>
            </a:pPr>
            <a:r>
              <a:t>After (natural language)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1. Ask: "How many ADLS backup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 customers in the last week?"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2. Get formatted answer with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   data, trends, and insights</a:t>
            </a: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CCCCCC"/>
                </a:solidFill>
              </a:defRPr>
            </a:pPr>
            <a:r>
              <a:t>~ 30 seconds per query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1. PM asks a question in natural language in VS Code Copilot Chat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2. GitHub Copilot (LLM) reads custom KQL instructions + discovers table schemas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3. Copilot generates a KQL query and sends it to the MCP server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4. MCP server authenticates and executes the query against Kusto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5. Results flow back through MCP to Copilot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6. Copilot interprets results and responds in plain English with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645920"/>
            <a:ext cx="320040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PM (Natural Language)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017520"/>
            <a:ext cx="3200400" cy="91440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GitHub Copilot (LLM)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389120"/>
            <a:ext cx="3200400" cy="9144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MCP Server (Python)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5760720"/>
            <a:ext cx="3200400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Azure Data 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Key Components: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MCP Server (mcp_server.py)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- 3 tools: execute_kql, get_table_schema, list_tables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Multi-cluster support via config.json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AAD authentication (cached, no prompts)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Auto-limits to prevent runaway queries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Custom Instructions (kusto-context.md)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KQL syntax reference for the LLM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Common PM query patterns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Best practices (time filters, JSON parsing)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Sample Queries (examples/)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Team-specific NL-to-KQL examples</a:t>
            </a:r>
          </a:p>
          <a:p>
            <a:pPr>
              <a:spcAft>
                <a:spcPts val="840"/>
              </a:spcAft>
              <a:defRPr sz="1400">
                <a:solidFill>
                  <a:srgbClr val="CCCCCC"/>
                </a:solidFill>
              </a:defRPr>
            </a:pPr>
            <a:r>
              <a:t>  - Backup, Storage, General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Demo: Real-World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CF2"/>
                </a:solidFill>
              </a:defRPr>
            </a:pPr>
            <a:r>
              <a:t>PM asks: "Find active ADLS backup customers from the last 5 days"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What Copilot does behind the scenes: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1. Discovers tables via list_tables on backup-prod1 cluster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2. Inspects AddonAzureBackupJobsDPP schema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3. Generates and executes this KQL: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AddonAzureBackupJobsDPP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| where TIMESTAMP &gt; ago(5d)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| extend props = parse_json(properties)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| where tostring(props.DatasourceType) == "...adlsBlobServices"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| where tostring(props.JobOperation) == "Backup"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| summarize dcount(tostring(props.SubscriptionId)),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    dcount(tostring(props.VaultName)),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       count()</a:t>
            </a: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</a:p>
          <a:p>
            <a:pPr>
              <a:spcAft>
                <a:spcPts val="900"/>
              </a:spcAft>
              <a:defRPr sz="1500">
                <a:solidFill>
                  <a:srgbClr val="CCCCCC"/>
                </a:solidFill>
              </a:defRPr>
            </a:pPr>
            <a:r>
              <a:t>4. Returns: 100 subscriptions, 289 vaults, 2,666 jobs, 83% success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Getting Started (5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1: Clone the repo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git clone https://github.com/vaibhav3301/kusto-ai-assistant.git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2: Run setup (creates venv, installs deps, authenticates)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python setup.py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3: Add your cluster URLs to config/config.json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(See config/sample-clusters.md for your team's example)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4: Configure VS Code MCP settings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(Copy .vscode/mcp.json.template, update paths)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Step 5: Open Copilot Chat in Agent Mode and start asking!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"List all tables in my database"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  "How many customers ran backups this week?"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PMs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Zero KQL Learning Curve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Ask in English, get data back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Schema Discovery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Copilot explores tables for you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Multi-Cluster Support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Query any team's Kusto clusters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Secure &amp; Local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Your credentials, your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Custom Instructions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Pre-loaded KQL best practices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Sample Query Library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Team-specific NL-to-KQL examples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One-Command Setup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python setup.py and you're done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Iterative Refinement</a:t>
            </a:r>
          </a:p>
          <a:p>
            <a:pPr>
              <a:spcAft>
                <a:spcPts val="1019"/>
              </a:spcAft>
              <a:defRPr sz="1700">
                <a:solidFill>
                  <a:srgbClr val="CCCCCC"/>
                </a:solidFill>
              </a:defRPr>
            </a:pPr>
            <a:r>
              <a:t>  Ask follow-ups to drill deeper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22860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30x faster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600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30 sec vs 15-30 min per data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22860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Zero ramp-up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606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New PMs productive on Day 1 with telemetry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74720"/>
            <a:ext cx="22860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Self-serve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611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PMs no longer blocked on engineers for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480560"/>
            <a:ext cx="22860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Knowledge sharing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617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Sample queries capture tribal knowledge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486400"/>
            <a:ext cx="22860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Works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623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Any Kusto cluster, any team, any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Extensibility &amp;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Works with ANY Kusto cluster - just add it to config.json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Add your team's sample queries to examples/ folder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Custom instructions can be tailored per team/domain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MCP protocol is open - works with any compatible AI client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Potential future additions: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- Query result caching for repeated questions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- Auto-generated dashboards from NL descriptions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- Slack/Teams bot integration via MCP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- Query history and favorites</a:t>
            </a:r>
          </a:p>
          <a:p>
            <a:pPr>
              <a:spcAft>
                <a:spcPts val="1080"/>
              </a:spcAft>
              <a:defRPr sz="1800">
                <a:solidFill>
                  <a:srgbClr val="CCCCCC"/>
                </a:solidFill>
              </a:defRPr>
            </a:pPr>
            <a:r>
              <a:t>  - Cross-cluster union queries via single NL question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Try It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CF2"/>
                </a:solidFill>
              </a:defRPr>
            </a:pPr>
            <a:r>
              <a:t>github.com/vaibhav3301/kusto-ai-assistant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Clone the repo and run setup.py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Add your Kusto cluster URLs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Start asking questions in VS Code Copilot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 Add your team's sample queries and share with your PM 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Vaibhav Singh  |  vasin@microsoft.com  |  Azure Core IDC - BCDR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